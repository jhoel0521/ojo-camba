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</p:sldIdLst>
  <p:sldSz cx="12192000" cy="6858000"/>
  <p:notesSz cx="6858000" cy="9144000"/>
  <p:embeddedFontLst>
    <p:embeddedFont>
      <p:font typeface="Arial Black" panose="020B0A04020102020204" pitchFamily="34" charset="0"/>
      <p:bold r:id="rId10"/>
    </p:embeddedFont>
    <p:embeddedFont>
      <p:font typeface="Helvetica" panose="020B0604020202020204" pitchFamily="34" charset="0"/>
      <p:regular r:id="rId11"/>
      <p:bold r:id="rId12"/>
      <p:italic r:id="rId13"/>
      <p:boldItalic r:id="rId14"/>
    </p:embeddedFont>
  </p:embeddedFontLst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63A0"/>
    <a:srgbClr val="293F64"/>
    <a:srgbClr val="F6F6F6"/>
    <a:srgbClr val="EFEFEF"/>
    <a:srgbClr val="1A3D65"/>
    <a:srgbClr val="E9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7339F1F8-BEF5-95A1-0DFE-AFFC5B484A5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25" y="0"/>
            <a:ext cx="1217615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7BD6312-F705-A693-3A2F-F65BD88E5A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13" y="2404517"/>
            <a:ext cx="5250611" cy="2387600"/>
          </a:xfrm>
        </p:spPr>
        <p:txBody>
          <a:bodyPr anchor="b">
            <a:noAutofit/>
          </a:bodyPr>
          <a:lstStyle>
            <a:lvl1pPr algn="just">
              <a:defRPr sz="4400"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BO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588C8341-678F-C977-CDD8-E4F33E984D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013" y="5262237"/>
            <a:ext cx="4043208" cy="368845"/>
          </a:xfrm>
        </p:spPr>
        <p:txBody>
          <a:bodyPr anchor="ctr">
            <a:norm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Helvetica" pitchFamily="2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s-ES" dirty="0"/>
              <a:t>Docente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905136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le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59A2BE11-9F09-FA88-EFBE-C1B485998F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25" y="0"/>
            <a:ext cx="12176150" cy="6857999"/>
          </a:xfrm>
          <a:prstGeom prst="rect">
            <a:avLst/>
          </a:prstGeom>
        </p:spPr>
      </p:pic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3FEA243-5554-F9F9-D41E-AFCF8642F2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8100" y="2708096"/>
            <a:ext cx="5093897" cy="3527185"/>
          </a:xfrm>
        </p:spPr>
        <p:txBody>
          <a:bodyPr>
            <a:normAutofit/>
          </a:bodyPr>
          <a:lstStyle>
            <a:lvl1pPr>
              <a:defRPr sz="2400">
                <a:latin typeface="Helvetica" pitchFamily="2" charset="0"/>
              </a:defRPr>
            </a:lvl1pPr>
            <a:lvl2pPr>
              <a:defRPr sz="2000">
                <a:latin typeface="Helvetica" pitchFamily="2" charset="0"/>
              </a:defRPr>
            </a:lvl2pPr>
            <a:lvl3pPr>
              <a:defRPr sz="1800">
                <a:latin typeface="Helvetica" pitchFamily="2" charset="0"/>
              </a:defRPr>
            </a:lvl3pPr>
            <a:lvl4pPr>
              <a:defRPr sz="1600">
                <a:latin typeface="Helvetica" pitchFamily="2" charset="0"/>
              </a:defRPr>
            </a:lvl4pPr>
            <a:lvl5pPr>
              <a:defRPr sz="1600">
                <a:latin typeface="Helvetica" pitchFamily="2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F36E8335-D445-919D-3AB1-907C1982D7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341" y="1283480"/>
            <a:ext cx="5093656" cy="678671"/>
          </a:xfrm>
        </p:spPr>
        <p:txBody>
          <a:bodyPr/>
          <a:lstStyle>
            <a:lvl1pPr>
              <a:defRPr b="1">
                <a:solidFill>
                  <a:srgbClr val="293F64"/>
                </a:solidFill>
                <a:latin typeface="Helvetica" pitchFamily="2" charset="0"/>
              </a:defRPr>
            </a:lvl1pPr>
          </a:lstStyle>
          <a:p>
            <a:r>
              <a:rPr lang="es-ES" dirty="0"/>
              <a:t>Título</a:t>
            </a:r>
            <a:endParaRPr lang="es-BO" dirty="0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F64EF15-E4E6-1362-12F4-15BBA06D98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101" y="1971232"/>
            <a:ext cx="5093656" cy="336550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rgbClr val="1A63A0"/>
                </a:solidFill>
                <a:latin typeface="Helvetica" pitchFamily="2" charset="0"/>
              </a:defRPr>
            </a:lvl1pPr>
          </a:lstStyle>
          <a:p>
            <a:pPr lvl="0"/>
            <a:r>
              <a:rPr lang="es-ES" dirty="0"/>
              <a:t>Subtítulo</a:t>
            </a:r>
            <a:endParaRPr lang="es-BO" dirty="0"/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D3F1A755-67EA-3595-0DCF-911DFEAE25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7450" y="1000125"/>
            <a:ext cx="4953000" cy="5235156"/>
          </a:xfrm>
        </p:spPr>
        <p:txBody>
          <a:bodyPr/>
          <a:lstStyle/>
          <a:p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413004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59A2BE11-9F09-FA88-EFBE-C1B485998F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6" y="0"/>
            <a:ext cx="12176148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1C040D9-0065-3C3C-F33D-B533FBA1D2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0340" y="942975"/>
            <a:ext cx="9142859" cy="1314451"/>
          </a:xfrm>
        </p:spPr>
        <p:txBody>
          <a:bodyPr anchor="b">
            <a:noAutofit/>
          </a:bodyPr>
          <a:lstStyle>
            <a:lvl1pPr>
              <a:defRPr sz="5400"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r>
              <a:rPr lang="es-ES" dirty="0"/>
              <a:t>Título</a:t>
            </a:r>
            <a:endParaRPr lang="es-B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C8BBB98-E819-3BE4-607E-472435120F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2475" y="5143501"/>
            <a:ext cx="3800475" cy="1409700"/>
          </a:xfrm>
        </p:spPr>
        <p:txBody>
          <a:bodyPr anchor="b">
            <a:noAutofit/>
          </a:bodyPr>
          <a:lstStyle>
            <a:lvl1pPr marL="0" indent="0">
              <a:buNone/>
              <a:defRPr sz="96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s-ES" dirty="0"/>
              <a:t>00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883544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59A2BE11-9F09-FA88-EFBE-C1B485998F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6" y="0"/>
            <a:ext cx="12176148" cy="6857999"/>
          </a:xfrm>
          <a:prstGeom prst="rect">
            <a:avLst/>
          </a:prstGeom>
        </p:spPr>
      </p:pic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3FEA243-5554-F9F9-D41E-AFCF8642F2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883" y="2159300"/>
            <a:ext cx="2987253" cy="2075551"/>
          </a:xfrm>
        </p:spPr>
        <p:txBody>
          <a:bodyPr>
            <a:normAutofit/>
          </a:bodyPr>
          <a:lstStyle>
            <a:lvl1pPr>
              <a:defRPr sz="1400">
                <a:latin typeface="Helvetica" pitchFamily="2" charset="0"/>
              </a:defRPr>
            </a:lvl1pPr>
            <a:lvl2pPr>
              <a:defRPr sz="1200">
                <a:latin typeface="Helvetica" pitchFamily="2" charset="0"/>
              </a:defRPr>
            </a:lvl2pPr>
            <a:lvl3pPr>
              <a:defRPr sz="1100">
                <a:latin typeface="Helvetica" pitchFamily="2" charset="0"/>
              </a:defRPr>
            </a:lvl3pPr>
            <a:lvl4pPr>
              <a:defRPr sz="1050">
                <a:latin typeface="Helvetica" pitchFamily="2" charset="0"/>
              </a:defRPr>
            </a:lvl4pPr>
            <a:lvl5pPr>
              <a:defRPr sz="1050">
                <a:latin typeface="Helvetica" pitchFamily="2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BO" dirty="0"/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C2253F27-5F62-96A2-2C32-933AC4CF70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08847" y="2159300"/>
            <a:ext cx="2987253" cy="2075551"/>
          </a:xfrm>
        </p:spPr>
        <p:txBody>
          <a:bodyPr>
            <a:normAutofit/>
          </a:bodyPr>
          <a:lstStyle>
            <a:lvl1pPr>
              <a:defRPr sz="1400">
                <a:latin typeface="Helvetica" pitchFamily="2" charset="0"/>
              </a:defRPr>
            </a:lvl1pPr>
            <a:lvl2pPr>
              <a:defRPr sz="1200">
                <a:latin typeface="Helvetica" pitchFamily="2" charset="0"/>
              </a:defRPr>
            </a:lvl2pPr>
            <a:lvl3pPr>
              <a:defRPr sz="1100">
                <a:latin typeface="Helvetica" pitchFamily="2" charset="0"/>
              </a:defRPr>
            </a:lvl3pPr>
            <a:lvl4pPr>
              <a:defRPr sz="1050">
                <a:latin typeface="Helvetica" pitchFamily="2" charset="0"/>
              </a:defRPr>
            </a:lvl4pPr>
            <a:lvl5pPr>
              <a:defRPr sz="1050">
                <a:latin typeface="Helvetica" pitchFamily="2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1BFDDFD5-0E91-D434-B7CD-ECA12562281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40883" y="4416725"/>
            <a:ext cx="2987253" cy="2075551"/>
          </a:xfrm>
        </p:spPr>
        <p:txBody>
          <a:bodyPr>
            <a:normAutofit/>
          </a:bodyPr>
          <a:lstStyle>
            <a:lvl1pPr>
              <a:defRPr sz="1400">
                <a:latin typeface="Helvetica" pitchFamily="2" charset="0"/>
              </a:defRPr>
            </a:lvl1pPr>
            <a:lvl2pPr>
              <a:defRPr sz="1200">
                <a:latin typeface="Helvetica" pitchFamily="2" charset="0"/>
              </a:defRPr>
            </a:lvl2pPr>
            <a:lvl3pPr>
              <a:defRPr sz="1100">
                <a:latin typeface="Helvetica" pitchFamily="2" charset="0"/>
              </a:defRPr>
            </a:lvl3pPr>
            <a:lvl4pPr>
              <a:defRPr sz="1050">
                <a:latin typeface="Helvetica" pitchFamily="2" charset="0"/>
              </a:defRPr>
            </a:lvl4pPr>
            <a:lvl5pPr>
              <a:defRPr sz="1050">
                <a:latin typeface="Helvetica" pitchFamily="2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BO" dirty="0"/>
          </a:p>
        </p:txBody>
      </p:sp>
      <p:sp>
        <p:nvSpPr>
          <p:cNvPr id="8" name="Marcador de contenido 5">
            <a:extLst>
              <a:ext uri="{FF2B5EF4-FFF2-40B4-BE49-F238E27FC236}">
                <a16:creationId xmlns:a16="http://schemas.microsoft.com/office/drawing/2014/main" id="{CB917026-251E-7120-5B82-8128985A80E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08847" y="4416725"/>
            <a:ext cx="2987253" cy="2075551"/>
          </a:xfrm>
        </p:spPr>
        <p:txBody>
          <a:bodyPr>
            <a:normAutofit/>
          </a:bodyPr>
          <a:lstStyle>
            <a:lvl1pPr>
              <a:defRPr sz="1400">
                <a:latin typeface="Helvetica" pitchFamily="2" charset="0"/>
              </a:defRPr>
            </a:lvl1pPr>
            <a:lvl2pPr>
              <a:defRPr sz="1200">
                <a:latin typeface="Helvetica" pitchFamily="2" charset="0"/>
              </a:defRPr>
            </a:lvl2pPr>
            <a:lvl3pPr>
              <a:defRPr sz="1100">
                <a:latin typeface="Helvetica" pitchFamily="2" charset="0"/>
              </a:defRPr>
            </a:lvl3pPr>
            <a:lvl4pPr>
              <a:defRPr sz="1050">
                <a:latin typeface="Helvetica" pitchFamily="2" charset="0"/>
              </a:defRPr>
            </a:lvl4pPr>
            <a:lvl5pPr>
              <a:defRPr sz="1050">
                <a:latin typeface="Helvetica" pitchFamily="2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69145AC-5B6C-10BE-DBE0-8D5790C1E3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883" y="877541"/>
            <a:ext cx="5093656" cy="678671"/>
          </a:xfrm>
        </p:spPr>
        <p:txBody>
          <a:bodyPr/>
          <a:lstStyle>
            <a:lvl1pPr>
              <a:defRPr b="1">
                <a:solidFill>
                  <a:srgbClr val="293F64"/>
                </a:solidFill>
                <a:latin typeface="Helvetica" pitchFamily="2" charset="0"/>
              </a:defRPr>
            </a:lvl1pPr>
          </a:lstStyle>
          <a:p>
            <a:r>
              <a:rPr lang="es-ES" dirty="0"/>
              <a:t>Título</a:t>
            </a:r>
            <a:endParaRPr lang="es-BO" dirty="0"/>
          </a:p>
        </p:txBody>
      </p:sp>
      <p:sp>
        <p:nvSpPr>
          <p:cNvPr id="10" name="Marcador de texto 12">
            <a:extLst>
              <a:ext uri="{FF2B5EF4-FFF2-40B4-BE49-F238E27FC236}">
                <a16:creationId xmlns:a16="http://schemas.microsoft.com/office/drawing/2014/main" id="{D657F764-08D5-1E2B-526F-E2FD8803F3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0643" y="1565293"/>
            <a:ext cx="5093656" cy="336550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rgbClr val="1A63A0"/>
                </a:solidFill>
                <a:latin typeface="Helvetica" pitchFamily="2" charset="0"/>
              </a:defRPr>
            </a:lvl1pPr>
          </a:lstStyle>
          <a:p>
            <a:pPr lvl="0"/>
            <a:r>
              <a:rPr lang="es-ES" dirty="0"/>
              <a:t>Subtítulo</a:t>
            </a:r>
            <a:endParaRPr lang="es-BO" dirty="0"/>
          </a:p>
        </p:txBody>
      </p:sp>
      <p:sp>
        <p:nvSpPr>
          <p:cNvPr id="14" name="Marcador de posición de imagen 4">
            <a:extLst>
              <a:ext uri="{FF2B5EF4-FFF2-40B4-BE49-F238E27FC236}">
                <a16:creationId xmlns:a16="http://schemas.microsoft.com/office/drawing/2014/main" id="{193B1F7B-928F-3158-89C1-CC73C4B859C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77100" y="314324"/>
            <a:ext cx="4581525" cy="6238875"/>
          </a:xfrm>
        </p:spPr>
        <p:txBody>
          <a:bodyPr/>
          <a:lstStyle/>
          <a:p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686562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59A2BE11-9F09-FA88-EFBE-C1B485998F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6" y="0"/>
            <a:ext cx="12176148" cy="6857999"/>
          </a:xfrm>
          <a:prstGeom prst="rect">
            <a:avLst/>
          </a:prstGeom>
        </p:spPr>
      </p:pic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3FEA243-5554-F9F9-D41E-AFCF8642F2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25" y="1931379"/>
            <a:ext cx="6558950" cy="4002696"/>
          </a:xfrm>
        </p:spPr>
        <p:txBody>
          <a:bodyPr>
            <a:normAutofit/>
          </a:bodyPr>
          <a:lstStyle>
            <a:lvl1pPr>
              <a:defRPr sz="2000">
                <a:latin typeface="Helvetica" pitchFamily="2" charset="0"/>
              </a:defRPr>
            </a:lvl1pPr>
            <a:lvl2pPr>
              <a:defRPr sz="1800">
                <a:latin typeface="Helvetica" pitchFamily="2" charset="0"/>
              </a:defRPr>
            </a:lvl2pPr>
            <a:lvl3pPr>
              <a:defRPr sz="1600">
                <a:latin typeface="Helvetica" pitchFamily="2" charset="0"/>
              </a:defRPr>
            </a:lvl3pPr>
            <a:lvl4pPr>
              <a:defRPr sz="1400">
                <a:latin typeface="Helvetica" pitchFamily="2" charset="0"/>
              </a:defRPr>
            </a:lvl4pPr>
            <a:lvl5pPr>
              <a:defRPr sz="1400">
                <a:latin typeface="Helvetica" pitchFamily="2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BO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F36E8335-D445-919D-3AB1-907C1982D7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6685" y="316423"/>
            <a:ext cx="7774865" cy="678671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293F64"/>
                </a:solidFill>
                <a:latin typeface="Helvetica" pitchFamily="2" charset="0"/>
              </a:defRPr>
            </a:lvl1pPr>
          </a:lstStyle>
          <a:p>
            <a:r>
              <a:rPr lang="es-ES" dirty="0"/>
              <a:t>Título</a:t>
            </a:r>
            <a:endParaRPr lang="es-BO" dirty="0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F64EF15-E4E6-1362-12F4-15BBA06D98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2425" y="1017265"/>
            <a:ext cx="7959125" cy="294252"/>
          </a:xfrm>
        </p:spPr>
        <p:txBody>
          <a:bodyPr anchor="t">
            <a:noAutofit/>
          </a:bodyPr>
          <a:lstStyle>
            <a:lvl1pPr marL="0" indent="0">
              <a:buNone/>
              <a:defRPr sz="1400">
                <a:solidFill>
                  <a:srgbClr val="1A63A0"/>
                </a:solidFill>
                <a:latin typeface="Helvetica" pitchFamily="2" charset="0"/>
              </a:defRPr>
            </a:lvl1pPr>
          </a:lstStyle>
          <a:p>
            <a:pPr lvl="0"/>
            <a:r>
              <a:rPr lang="es-ES" dirty="0"/>
              <a:t>Subtítulo</a:t>
            </a:r>
            <a:endParaRPr lang="es-BO" dirty="0"/>
          </a:p>
        </p:txBody>
      </p:sp>
      <p:sp>
        <p:nvSpPr>
          <p:cNvPr id="9" name="Marcador de gráfico 8">
            <a:extLst>
              <a:ext uri="{FF2B5EF4-FFF2-40B4-BE49-F238E27FC236}">
                <a16:creationId xmlns:a16="http://schemas.microsoft.com/office/drawing/2014/main" id="{89409314-9767-E424-56C8-FBC1CA71426D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448550" y="1931379"/>
            <a:ext cx="4105275" cy="4015885"/>
          </a:xfrm>
        </p:spPr>
        <p:txBody>
          <a:bodyPr/>
          <a:lstStyle/>
          <a:p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194397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59A2BE11-9F09-FA88-EFBE-C1B485998F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6" y="0"/>
            <a:ext cx="12176148" cy="6857998"/>
          </a:xfrm>
          <a:prstGeom prst="rect">
            <a:avLst/>
          </a:prstGeom>
        </p:spPr>
      </p:pic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3FEA243-5554-F9F9-D41E-AFCF8642F2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38700" y="4000501"/>
            <a:ext cx="6858000" cy="255270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  <a:latin typeface="Helvetica" pitchFamily="2" charset="0"/>
              </a:defRPr>
            </a:lvl1pPr>
            <a:lvl2pPr>
              <a:defRPr sz="1800">
                <a:solidFill>
                  <a:schemeClr val="tx1"/>
                </a:solidFill>
                <a:latin typeface="Helvetica" pitchFamily="2" charset="0"/>
              </a:defRPr>
            </a:lvl2pPr>
            <a:lvl3pPr>
              <a:defRPr sz="1600">
                <a:solidFill>
                  <a:schemeClr val="tx1"/>
                </a:solidFill>
                <a:latin typeface="Helvetica" pitchFamily="2" charset="0"/>
              </a:defRPr>
            </a:lvl3pPr>
            <a:lvl4pPr>
              <a:defRPr sz="1400">
                <a:solidFill>
                  <a:schemeClr val="tx1"/>
                </a:solidFill>
                <a:latin typeface="Helvetica" pitchFamily="2" charset="0"/>
              </a:defRPr>
            </a:lvl4pPr>
            <a:lvl5pPr>
              <a:defRPr sz="1400">
                <a:solidFill>
                  <a:schemeClr val="tx1"/>
                </a:solidFill>
                <a:latin typeface="Helvetica" pitchFamily="2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BO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F36E8335-D445-919D-3AB1-907C1982D7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7826" y="2350182"/>
            <a:ext cx="3847330" cy="678671"/>
          </a:xfrm>
        </p:spPr>
        <p:txBody>
          <a:bodyPr>
            <a:noAutofit/>
          </a:bodyPr>
          <a:lstStyle>
            <a:lvl1pPr>
              <a:defRPr sz="5400"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r>
              <a:rPr lang="es-ES" dirty="0"/>
              <a:t>Título</a:t>
            </a:r>
            <a:endParaRPr lang="es-BO" dirty="0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F64EF15-E4E6-1362-12F4-15BBA06D98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52025" y="3046105"/>
            <a:ext cx="3853131" cy="294252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s-ES" dirty="0"/>
              <a:t>Subtítulo</a:t>
            </a:r>
            <a:endParaRPr lang="es-BO" dirty="0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79A775AE-4099-AC48-DCC5-E0DCF15ABA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7463"/>
            <a:ext cx="4333875" cy="6875463"/>
          </a:xfrm>
        </p:spPr>
        <p:txBody>
          <a:bodyPr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r>
              <a:rPr lang="es-ES" dirty="0"/>
              <a:t>imagen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4143681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59A2BE11-9F09-FA88-EFBE-C1B485998F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6" y="0"/>
            <a:ext cx="12176148" cy="6857998"/>
          </a:xfrm>
          <a:prstGeom prst="rect">
            <a:avLst/>
          </a:prstGeom>
        </p:spPr>
      </p:pic>
      <p:sp>
        <p:nvSpPr>
          <p:cNvPr id="3" name="Marcador de posición de imagen 9">
            <a:extLst>
              <a:ext uri="{FF2B5EF4-FFF2-40B4-BE49-F238E27FC236}">
                <a16:creationId xmlns:a16="http://schemas.microsoft.com/office/drawing/2014/main" id="{B8822E12-A242-0880-0321-B3B52BAA5E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250" y="1238250"/>
            <a:ext cx="3686175" cy="2543175"/>
          </a:xfrm>
        </p:spPr>
        <p:txBody>
          <a:bodyPr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r>
              <a:rPr lang="es-ES" dirty="0"/>
              <a:t>imagen</a:t>
            </a:r>
            <a:endParaRPr lang="es-BO" dirty="0"/>
          </a:p>
        </p:txBody>
      </p:sp>
      <p:sp>
        <p:nvSpPr>
          <p:cNvPr id="5" name="Marcador de posición de imagen 9">
            <a:extLst>
              <a:ext uri="{FF2B5EF4-FFF2-40B4-BE49-F238E27FC236}">
                <a16:creationId xmlns:a16="http://schemas.microsoft.com/office/drawing/2014/main" id="{3C9D94A9-440E-DFE3-A716-AFCBD9737A2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76249" y="3914775"/>
            <a:ext cx="3686175" cy="2543175"/>
          </a:xfrm>
        </p:spPr>
        <p:txBody>
          <a:bodyPr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r>
              <a:rPr lang="es-ES" dirty="0"/>
              <a:t>imagen</a:t>
            </a:r>
            <a:endParaRPr lang="es-BO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F72C1AA-064D-091F-1141-3EA93F4DF7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249" y="342456"/>
            <a:ext cx="5093656" cy="495746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293F64"/>
                </a:solidFill>
                <a:latin typeface="Helvetica" pitchFamily="2" charset="0"/>
              </a:defRPr>
            </a:lvl1pPr>
          </a:lstStyle>
          <a:p>
            <a:r>
              <a:rPr lang="es-ES" dirty="0"/>
              <a:t>Título</a:t>
            </a:r>
            <a:endParaRPr lang="es-BO" dirty="0"/>
          </a:p>
        </p:txBody>
      </p:sp>
      <p:sp>
        <p:nvSpPr>
          <p:cNvPr id="8" name="Marcador de texto 12">
            <a:extLst>
              <a:ext uri="{FF2B5EF4-FFF2-40B4-BE49-F238E27FC236}">
                <a16:creationId xmlns:a16="http://schemas.microsoft.com/office/drawing/2014/main" id="{B28BE9AC-27D0-CC88-3C15-F2B6B7F37B8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6249" y="847283"/>
            <a:ext cx="5093656" cy="33655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1A63A0"/>
                </a:solidFill>
                <a:latin typeface="Helvetica" pitchFamily="2" charset="0"/>
              </a:defRPr>
            </a:lvl1pPr>
          </a:lstStyle>
          <a:p>
            <a:pPr lvl="0"/>
            <a:r>
              <a:rPr lang="es-ES" dirty="0"/>
              <a:t>Subtítulo</a:t>
            </a:r>
            <a:endParaRPr lang="es-BO" dirty="0"/>
          </a:p>
        </p:txBody>
      </p:sp>
      <p:sp>
        <p:nvSpPr>
          <p:cNvPr id="12" name="Marcador de contenido 5">
            <a:extLst>
              <a:ext uri="{FF2B5EF4-FFF2-40B4-BE49-F238E27FC236}">
                <a16:creationId xmlns:a16="http://schemas.microsoft.com/office/drawing/2014/main" id="{F5080CBF-DD26-49AC-8955-9691884807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2425" y="1569428"/>
            <a:ext cx="7016150" cy="4888521"/>
          </a:xfrm>
        </p:spPr>
        <p:txBody>
          <a:bodyPr>
            <a:normAutofit/>
          </a:bodyPr>
          <a:lstStyle>
            <a:lvl1pPr>
              <a:defRPr sz="2000">
                <a:latin typeface="Helvetica" pitchFamily="2" charset="0"/>
              </a:defRPr>
            </a:lvl1pPr>
            <a:lvl2pPr>
              <a:defRPr sz="1800">
                <a:latin typeface="Helvetica" pitchFamily="2" charset="0"/>
              </a:defRPr>
            </a:lvl2pPr>
            <a:lvl3pPr>
              <a:defRPr sz="1600">
                <a:latin typeface="Helvetica" pitchFamily="2" charset="0"/>
              </a:defRPr>
            </a:lvl3pPr>
            <a:lvl4pPr>
              <a:defRPr sz="1400">
                <a:latin typeface="Helvetica" pitchFamily="2" charset="0"/>
              </a:defRPr>
            </a:lvl4pPr>
            <a:lvl5pPr>
              <a:defRPr sz="1400">
                <a:latin typeface="Helvetica" pitchFamily="2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643173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59A2BE11-9F09-FA88-EFBE-C1B485998F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6" y="0"/>
            <a:ext cx="1217614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397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EC46399-E345-0A00-4468-E99EFDA0C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B9F80FD-9B0A-69DB-E2AA-84CB9ED31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FA6B63-1A23-5AAB-2F19-2D46637520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CD5EBE-FA84-44C9-BA4E-29E8E49A8A98}" type="datetimeFigureOut">
              <a:rPr lang="es-BO" smtClean="0"/>
              <a:t>20/2/2025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CEE614-7CB3-38BB-9122-3D5FCD4DC9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112FB2-7CBD-AF2E-836F-C3CCBD95C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3E7C1B-F041-4E79-B09D-7BC2E424A4FF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332848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8" r:id="rId3"/>
    <p:sldLayoutId id="2147483659" r:id="rId4"/>
    <p:sldLayoutId id="2147483655" r:id="rId5"/>
    <p:sldLayoutId id="2147483660" r:id="rId6"/>
    <p:sldLayoutId id="2147483657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500C3E-0E18-607D-F99F-380F352171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9B132D-42A9-DC54-7A7D-9BE9A3F244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180845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DAB771AE-2FF8-E944-12A1-A307E5FC3C1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C82126D-EC9D-5D29-19AD-D6445EC7E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EC8B544-F654-16C2-E669-6F86ACEA5F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1701BE93-2BDE-1971-5A5A-60ACF0CE1C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77494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6AF9D5-2F8D-3122-96BF-66551A3B1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3A7298-6392-724B-CDB1-17CDEEFCD0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860085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28C546E6-EC22-3546-C1A4-15EEEE8177E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E143D4-A599-AE52-35E2-DF92EDDFA9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E9386A1-BF0D-2BB8-EB5B-1D1EF4B11F6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566EE6A-29F4-2A36-988F-4E8DE8DB7631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DCF65B29-F869-40DF-D546-A692F3521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5FCBB44F-E8FD-C8AC-E583-BBFF437B73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4C212E53-25D4-3D6D-A0FB-748F4780FE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42395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B78A3B41-8674-A15E-1BF4-B9217AF1477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5426B2C-680B-13E2-8A00-11411A61B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B1C2AAF-5F79-687F-0B96-A1BB263B2A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gráfico 4">
            <a:extLst>
              <a:ext uri="{FF2B5EF4-FFF2-40B4-BE49-F238E27FC236}">
                <a16:creationId xmlns:a16="http://schemas.microsoft.com/office/drawing/2014/main" id="{A0D32CB6-E607-3CFA-7E47-05247496F8B1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  <p:txBody>
          <a:bodyPr/>
          <a:lstStyle/>
          <a:p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084037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C3CDB75D-2EA8-CFB0-0C9B-9FB07F2107C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7561235-3722-C8F7-FE1C-14EAA3F7C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9064B12-020A-03C3-C644-BA954B9D3C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1EEC972A-9768-865F-EF04-3A601DE4AF1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893198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1">
            <a:extLst>
              <a:ext uri="{FF2B5EF4-FFF2-40B4-BE49-F238E27FC236}">
                <a16:creationId xmlns:a16="http://schemas.microsoft.com/office/drawing/2014/main" id="{9DF1B156-3FF0-ACC6-53BC-892961B528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656CA63-F2DD-C03C-C7B5-135E4698642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C292EBB-510C-750C-ED99-A332EB4DE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13BE461-816A-9C14-A586-9D632000E6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9B96D3B-01EB-C113-4A86-1824395AD71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239916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97004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0</Words>
  <Application>Microsoft Office PowerPoint</Application>
  <PresentationFormat>Panorámica</PresentationFormat>
  <Paragraphs>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Aptos</vt:lpstr>
      <vt:lpstr>Helvetica</vt:lpstr>
      <vt:lpstr>Arial</vt:lpstr>
      <vt:lpstr>Arial Black</vt:lpstr>
      <vt:lpstr>Aptos Display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Dayana Gareca Galarza</dc:creator>
  <cp:lastModifiedBy>Luis F. Duran Gutierrez</cp:lastModifiedBy>
  <cp:revision>5</cp:revision>
  <dcterms:created xsi:type="dcterms:W3CDTF">2025-02-19T19:30:15Z</dcterms:created>
  <dcterms:modified xsi:type="dcterms:W3CDTF">2025-02-20T20:39:19Z</dcterms:modified>
</cp:coreProperties>
</file>